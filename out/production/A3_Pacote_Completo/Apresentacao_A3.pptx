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A3 - Grafos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Objetivo do trabalho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Matriz de adjacência e lista encadeada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Leitura, consulta e inclusão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Atende aos requisitos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